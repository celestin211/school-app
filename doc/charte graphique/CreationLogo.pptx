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7"/>
  </p:notesMasterIdLst>
  <p:sldIdLst>
    <p:sldId id="326" r:id="rId2"/>
    <p:sldId id="331" r:id="rId3"/>
    <p:sldId id="336" r:id="rId4"/>
    <p:sldId id="332" r:id="rId5"/>
    <p:sldId id="334" r:id="rId6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OUVERNEMENT" id="{0B896E98-F45E-4768-8620-EDDF394BE181}">
          <p14:sldIdLst>
            <p14:sldId id="326"/>
            <p14:sldId id="331"/>
            <p14:sldId id="336"/>
            <p14:sldId id="332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howGuides="1">
      <p:cViewPr varScale="1">
        <p:scale>
          <a:sx n="138" d="100"/>
          <a:sy n="138" d="100"/>
        </p:scale>
        <p:origin x="110" y="312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23/06/2021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smtClean="0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20000" y="3919897"/>
            <a:ext cx="3419952" cy="900000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dirty="0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0942"/>
            <a:ext cx="6050189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2346046"/>
            <a:ext cx="8424000" cy="20772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 smtClean="0"/>
              <a:t>Titre</a:t>
            </a:r>
          </a:p>
          <a:p>
            <a:pPr lvl="1"/>
            <a:r>
              <a:rPr lang="fr-FR" dirty="0" smtClean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50" y="180000"/>
            <a:ext cx="2955949" cy="18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1891968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12000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63999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/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843558"/>
            <a:ext cx="9144000" cy="4300842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 smtClean="0"/>
              <a:t>Sélectionner l’icône pour insérer une image, </a:t>
            </a:r>
            <a:br>
              <a:rPr lang="fr-FR" dirty="0" smtClean="0"/>
            </a:br>
            <a:r>
              <a:rPr lang="fr-FR" dirty="0" smtClean="0"/>
              <a:t>puis disposer l’image en arrière plan </a:t>
            </a:r>
            <a:br>
              <a:rPr lang="fr-FR" dirty="0" smtClean="0"/>
            </a:br>
            <a:r>
              <a:rPr lang="fr-FR" dirty="0" smtClean="0"/>
              <a:t>(Sélectionner l’image avec le bouton droit de la souris / </a:t>
            </a:r>
            <a:br>
              <a:rPr lang="fr-FR" dirty="0" smtClean="0"/>
            </a:br>
            <a:r>
              <a:rPr lang="fr-FR" dirty="0" smtClean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738000"/>
            <a:ext cx="8424000" cy="40464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dirty="0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 smtClean="0"/>
              <a:t>Titre</a:t>
            </a:r>
          </a:p>
          <a:p>
            <a:pPr lvl="1"/>
            <a:r>
              <a:rPr lang="fr-FR" dirty="0" smtClean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9999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 smtClean="0"/>
              <a:t>Texte de niveau 1</a:t>
            </a:r>
          </a:p>
          <a:p>
            <a:pPr lvl="1"/>
            <a:r>
              <a:rPr lang="fr-FR" dirty="0" smtClean="0"/>
              <a:t>Texte de niveau 2</a:t>
            </a:r>
          </a:p>
          <a:p>
            <a:pPr lvl="2"/>
            <a:r>
              <a:rPr lang="fr-FR" dirty="0" smtClean="0"/>
              <a:t>Texte de niveau 3</a:t>
            </a:r>
          </a:p>
          <a:p>
            <a:pPr lvl="3"/>
            <a:r>
              <a:rPr lang="fr-FR" dirty="0" smtClean="0"/>
              <a:t>Texte de niveau 4</a:t>
            </a:r>
          </a:p>
          <a:p>
            <a:pPr lvl="4"/>
            <a:r>
              <a:rPr lang="fr-FR" dirty="0" smtClean="0"/>
              <a:t>Texte de niveau 5</a:t>
            </a:r>
            <a:endParaRPr lang="fr-FR" dirty="0"/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12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 smtClean="0"/>
              <a:t>Texte de niveau 1</a:t>
            </a:r>
          </a:p>
          <a:p>
            <a:pPr lvl="1"/>
            <a:r>
              <a:rPr lang="fr-FR" dirty="0" smtClean="0"/>
              <a:t>Texte de niveau 2</a:t>
            </a:r>
          </a:p>
          <a:p>
            <a:pPr lvl="2"/>
            <a:r>
              <a:rPr lang="fr-FR" dirty="0" smtClean="0"/>
              <a:t>Texte de niveau 3</a:t>
            </a:r>
          </a:p>
          <a:p>
            <a:pPr lvl="3"/>
            <a:r>
              <a:rPr lang="fr-FR" dirty="0" smtClean="0"/>
              <a:t>Texte de niveau 4</a:t>
            </a:r>
          </a:p>
          <a:p>
            <a:pPr lvl="4"/>
            <a:r>
              <a:rPr lang="fr-FR" dirty="0" smtClean="0"/>
              <a:t>Texte de niveau 5</a:t>
            </a:r>
            <a:endParaRPr lang="fr-FR" dirty="0"/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64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 smtClean="0"/>
              <a:t>Texte de niveau 1</a:t>
            </a:r>
          </a:p>
          <a:p>
            <a:pPr lvl="1"/>
            <a:r>
              <a:rPr lang="fr-FR" dirty="0" smtClean="0"/>
              <a:t>Texte de niveau 2</a:t>
            </a:r>
          </a:p>
          <a:p>
            <a:pPr lvl="2"/>
            <a:r>
              <a:rPr lang="fr-FR" dirty="0" smtClean="0"/>
              <a:t>Texte de niveau 3</a:t>
            </a:r>
          </a:p>
          <a:p>
            <a:pPr lvl="3"/>
            <a:r>
              <a:rPr lang="fr-FR" dirty="0" smtClean="0"/>
              <a:t>Texte de niveau 4</a:t>
            </a:r>
          </a:p>
          <a:p>
            <a:pPr lvl="4"/>
            <a:r>
              <a:rPr lang="fr-FR" dirty="0" smtClean="0"/>
              <a:t>Texte de niveau 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/>
          <a:p>
            <a:r>
              <a:rPr lang="fr-FR" noProof="0" dirty="0" smtClean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359998" y="1836000"/>
            <a:ext cx="8424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 smtClean="0"/>
              <a:t>Texte de niveau 1</a:t>
            </a:r>
          </a:p>
          <a:p>
            <a:pPr lvl="1"/>
            <a:r>
              <a:rPr lang="fr-FR" dirty="0" smtClean="0"/>
              <a:t>Texte de niveau 2</a:t>
            </a:r>
          </a:p>
          <a:p>
            <a:pPr lvl="2"/>
            <a:r>
              <a:rPr lang="fr-FR" dirty="0" smtClean="0"/>
              <a:t>Texte de niveau 3</a:t>
            </a:r>
          </a:p>
          <a:p>
            <a:pPr lvl="3"/>
            <a:r>
              <a:rPr lang="fr-FR" dirty="0" smtClean="0"/>
              <a:t>Texte de niveau 4</a:t>
            </a:r>
          </a:p>
          <a:p>
            <a:pPr lvl="4"/>
            <a:r>
              <a:rPr lang="fr-FR" dirty="0" smtClean="0"/>
              <a:t>Texte de niveau 5</a:t>
            </a:r>
            <a:endParaRPr lang="fr-FR" dirty="0"/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 smtClean="0"/>
              <a:t>Titre</a:t>
            </a:r>
          </a:p>
          <a:p>
            <a:pPr lvl="1"/>
            <a:r>
              <a:rPr lang="fr-FR" dirty="0" smtClean="0"/>
              <a:t>Sous-titre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59999" y="900000"/>
            <a:ext cx="8424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 smtClean="0"/>
              <a:t>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9999" y="1836000"/>
            <a:ext cx="8424000" cy="257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 smtClean="0"/>
              <a:t>Texte de niveau 1</a:t>
            </a:r>
          </a:p>
          <a:p>
            <a:pPr lvl="1"/>
            <a:r>
              <a:rPr lang="fr-FR" noProof="0" dirty="0" smtClean="0"/>
              <a:t>Texte de niveau 2</a:t>
            </a:r>
          </a:p>
          <a:p>
            <a:pPr lvl="2"/>
            <a:r>
              <a:rPr lang="fr-FR" noProof="0" dirty="0" smtClean="0"/>
              <a:t>Texte de niveau 3</a:t>
            </a:r>
          </a:p>
          <a:p>
            <a:pPr lvl="3"/>
            <a:r>
              <a:rPr lang="fr-FR" noProof="0" dirty="0" smtClean="0"/>
              <a:t>Texte de niveau 4</a:t>
            </a:r>
          </a:p>
          <a:p>
            <a:pPr lvl="4"/>
            <a:r>
              <a:rPr lang="fr-FR" noProof="0" dirty="0" smtClean="0"/>
              <a:t>Texte de niveau 5</a:t>
            </a:r>
            <a:endParaRPr lang="fr-FR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8800"/>
            <a:ext cx="1077510" cy="673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XX/XX/XXXX</a:t>
            </a:r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720000" y="3919897"/>
            <a:ext cx="4860112" cy="900000"/>
          </a:xfrm>
        </p:spPr>
        <p:txBody>
          <a:bodyPr/>
          <a:lstStyle/>
          <a:p>
            <a:r>
              <a:rPr lang="fr-FR" dirty="0" smtClean="0"/>
              <a:t>Centre Interministériel </a:t>
            </a:r>
          </a:p>
          <a:p>
            <a:r>
              <a:rPr lang="fr-FR" dirty="0" smtClean="0"/>
              <a:t>de Services Informatiques relatifs aux Ressources Humaines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429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smtClean="0"/>
              <a:t>Création d’un Logo</a:t>
            </a:r>
            <a:endParaRPr lang="fr-FR" dirty="0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 smtClean="0"/>
              <a:t>23/06/2021</a:t>
            </a:r>
            <a:endParaRPr lang="fr-FR" cap="all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Centre Interministériel de Services Informatiques relatifs aux Ressources Humaines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151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1. Description du logo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 smtClean="0"/>
              <a:t>23/06/2021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1"/>
            <a:r>
              <a:rPr lang="fr-FR" dirty="0" smtClean="0"/>
              <a:t>Ecriture : Segoe Script + Gras + Nom en majuscules</a:t>
            </a:r>
          </a:p>
          <a:p>
            <a:pPr lvl="1"/>
            <a:r>
              <a:rPr lang="fr-FR" dirty="0" smtClean="0"/>
              <a:t>Taille : 72</a:t>
            </a:r>
          </a:p>
          <a:p>
            <a:pPr lvl="1"/>
            <a:r>
              <a:rPr lang="fr-FR" dirty="0" smtClean="0"/>
              <a:t>Couleur : </a:t>
            </a:r>
            <a:r>
              <a:rPr lang="fr-FR" dirty="0"/>
              <a:t>R = 0 </a:t>
            </a:r>
            <a:r>
              <a:rPr lang="fr-FR" dirty="0" smtClean="0"/>
              <a:t>/ G = 66 / B = 114</a:t>
            </a:r>
          </a:p>
          <a:p>
            <a:pPr lvl="1"/>
            <a:r>
              <a:rPr lang="fr-FR" dirty="0" smtClean="0"/>
              <a:t>Trait situé sous le nom : insertion du fichier ‘Trait.PNG’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836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</a:t>
            </a:r>
            <a:r>
              <a:rPr lang="fr-FR" dirty="0" smtClean="0"/>
              <a:t>. Faire un logo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1"/>
            <a:r>
              <a:rPr lang="fr-FR" dirty="0" smtClean="0"/>
              <a:t>Aller à la slide « 3.Template logo »</a:t>
            </a:r>
          </a:p>
          <a:p>
            <a:pPr lvl="1"/>
            <a:r>
              <a:rPr lang="fr-FR" dirty="0" smtClean="0"/>
              <a:t>Remplacer les ‘XXXXX’ par le nom que doit avoir le logo</a:t>
            </a:r>
          </a:p>
          <a:p>
            <a:pPr lvl="1"/>
            <a:r>
              <a:rPr lang="fr-FR" dirty="0" smtClean="0"/>
              <a:t>Décaler si besoin le trait pour que la fin de celui-ci soit aligné avec la dernière lettre du nom</a:t>
            </a:r>
          </a:p>
          <a:p>
            <a:pPr lvl="1"/>
            <a:r>
              <a:rPr lang="fr-FR" dirty="0" smtClean="0"/>
              <a:t>En maintenant la touche CTRL du clavier, sélectionner le nom et le trait puis faire un clic droit sur la sélection puis sélectionner « Enregistrer en tant qu’image ». Attention à bien maintenir la touche CTRL tout au long de cette manipulation pour ne pas perdre la sélection du nom et du trait.</a:t>
            </a:r>
            <a:endParaRPr lang="fr-FR" dirty="0"/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 dirty="0" smtClean="0"/>
              <a:t>23/06/2021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216501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</a:t>
            </a:r>
            <a:r>
              <a:rPr lang="fr-FR" dirty="0" smtClean="0"/>
              <a:t>. Template logo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Centre Interministériel des Services Informatiques relatifs aux Ressources Humaines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 bwMode="gray">
          <a:xfrm>
            <a:off x="1835696" y="2265646"/>
            <a:ext cx="5616624" cy="9361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7200" dirty="0" smtClean="0">
                <a:solidFill>
                  <a:srgbClr val="004272"/>
                </a:solidFill>
                <a:latin typeface="Segoe Script" panose="030B0504020000000003" pitchFamily="66" charset="0"/>
              </a:rPr>
              <a:t>XXXXX</a:t>
            </a:r>
            <a:endParaRPr lang="fr-FR" sz="7200" dirty="0">
              <a:solidFill>
                <a:srgbClr val="004272"/>
              </a:solidFill>
              <a:latin typeface="Segoe Script" panose="030B0504020000000003" pitchFamily="66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35"/>
          <a:stretch/>
        </p:blipFill>
        <p:spPr>
          <a:xfrm>
            <a:off x="2051720" y="2954261"/>
            <a:ext cx="4572000" cy="715444"/>
          </a:xfrm>
          <a:prstGeom prst="rect">
            <a:avLst/>
          </a:prstGeom>
        </p:spPr>
      </p:pic>
      <p:sp>
        <p:nvSpPr>
          <p:cNvPr id="12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 dirty="0" smtClean="0"/>
              <a:t>23/06/2021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2972061236"/>
      </p:ext>
    </p:extLst>
  </p:cSld>
  <p:clrMapOvr>
    <a:masterClrMapping/>
  </p:clrMapOvr>
</p:sld>
</file>

<file path=ppt/theme/theme1.xml><?xml version="1.0" encoding="utf-8"?>
<a:theme xmlns:a="http://schemas.openxmlformats.org/drawingml/2006/main" name="GOUVERNEMENT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gouvernement_marianne" id="{307D1C89-B296-4882-8ECC-2BD1C6821949}" vid="{B53EA17D-A77A-459E-979D-FA962BE90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ppt_gouvernement_arial</Template>
  <TotalTime>76</TotalTime>
  <Words>116</Words>
  <Application>Microsoft Office PowerPoint</Application>
  <PresentationFormat>Affichage à l'écran (16:9)</PresentationFormat>
  <Paragraphs>29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Segoe Script</vt:lpstr>
      <vt:lpstr>GOUVERNEMENT</vt:lpstr>
      <vt:lpstr>Présentation PowerPoint</vt:lpstr>
      <vt:lpstr>Présentation PowerPoint</vt:lpstr>
      <vt:lpstr>1. Description du logo</vt:lpstr>
      <vt:lpstr>2. Faire un logo</vt:lpstr>
      <vt:lpstr>3. Template logo</vt:lpstr>
    </vt:vector>
  </TitlesOfParts>
  <Manager>Client</Manager>
  <Company>Secrétariat Général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GARZARO Laura</dc:creator>
  <cp:lastModifiedBy>COUZIN Adrien</cp:lastModifiedBy>
  <cp:revision>19</cp:revision>
  <dcterms:created xsi:type="dcterms:W3CDTF">2020-03-06T09:47:41Z</dcterms:created>
  <dcterms:modified xsi:type="dcterms:W3CDTF">2021-06-23T12:32:54Z</dcterms:modified>
</cp:coreProperties>
</file>